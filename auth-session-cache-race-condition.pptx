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ba8cfa2c4646a2" /><Relationship Type="http://schemas.openxmlformats.org/officeDocument/2006/relationships/extended-properties" Target="/docProps/app.xml" Id="R1176dcdcd0924fef" /><Relationship Type="http://schemas.openxmlformats.org/officeDocument/2006/relationships/officeDocument" Target="/ppt/presentation.xml" Id="R17fba7d97b8a46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6ec58b2234cb0"/>
  </p:sldMasterIdLst>
  <p:notesMasterIdLst>
    <p:notesMasterId xmlns:r="http://schemas.openxmlformats.org/officeDocument/2006/relationships" r:id="R1d1c05c3f79e4f8a"/>
  </p:notesMasterIdLst>
  <p:sldIdLst>
    <p:sldId xmlns:r="http://schemas.openxmlformats.org/officeDocument/2006/relationships" id="256" r:id="Ra873183eee944b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d92b930de44052" /><Relationship Type="http://schemas.openxmlformats.org/officeDocument/2006/relationships/slideMaster" Target="/ppt/slideMasters/slideMaster1.xml" Id="R62e6ec58b2234cb0" /><Relationship Type="http://schemas.openxmlformats.org/officeDocument/2006/relationships/notesMaster" Target="/ppt/notesMasters/notesMaster1.xml" Id="R1d1c05c3f79e4f8a" /><Relationship Type="http://schemas.openxmlformats.org/officeDocument/2006/relationships/presProps" Target="/ppt/presProps.xml" Id="R2093d1c47d404713" /><Relationship Type="http://schemas.openxmlformats.org/officeDocument/2006/relationships/tableStyles" Target="/ppt/tableStyles.xml" Id="R4bd685529b8a419e" /><Relationship Type="http://schemas.openxmlformats.org/officeDocument/2006/relationships/slide" Target="/ppt/slides/slide1.xml" Id="Ra873183eee944b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7d68de4ecd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9f41f0291942ef" /><Relationship Type="http://schemas.openxmlformats.org/officeDocument/2006/relationships/notesMaster" Target="/ppt/notesMasters/notesMaster1.xml" Id="Rb53b12cb0038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summary in this conversation (2026-08-18).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880ab92b84f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6d67d60afd4fb0" /><Relationship Type="http://schemas.openxmlformats.org/officeDocument/2006/relationships/slideLayout" Target="/ppt/slideLayouts/slideLayout1.xml" Id="Rb0a854f01a1b42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a854f01a1b42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71728e8784482" /><Relationship Type="http://schemas.openxmlformats.org/officeDocument/2006/relationships/notesSlide" Target="/ppt/notesSlides/notesSlide1.xml" Id="R6e84f453ce2f43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9F86904B-48F1-4EC5-AC33-06F37CC8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&amp; DATA INTEGRITY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63A261-3312-4EEF-8D6F-BBB17E7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한 번만 조회하고, 낡은 응답은 버린다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60FB43A-9CFF-4AF3-9AD1-EE8DFE1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6825"/>
            <a:ext cx="1116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인증 세션 공유로 중복 호출과 UI 깜빡임을 줄이고, generation으로 캐시 역전 경쟁 상태를 차단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3E877A7-A42D-4F79-8563-93A7A4F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1-line">
            <a:extLst xmlns:a="http://schemas.openxmlformats.org/drawingml/2006/main">
              <a:ext uri="{FF2B5EF4-FFF2-40B4-BE49-F238E27FC236}">
                <a16:creationId xmlns:a16="http://schemas.microsoft.com/office/drawing/2014/main" id="{33A81678-F913-4ECA-BDB6-0117F9BB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718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7DEC283F-4843-4A2C-BC38-657703C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95600"/>
            <a:ext cx="28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arrow-2-line">
            <a:extLst xmlns:a="http://schemas.openxmlformats.org/drawingml/2006/main">
              <a:ext uri="{FF2B5EF4-FFF2-40B4-BE49-F238E27FC236}">
                <a16:creationId xmlns:a16="http://schemas.microsoft.com/office/drawing/2014/main" id="{8414E9CC-135D-4661-86C8-A929842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718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2">
            <a:extLst xmlns:a="http://schemas.openxmlformats.org/drawingml/2006/main">
              <a:ext uri="{FF2B5EF4-FFF2-40B4-BE49-F238E27FC236}">
                <a16:creationId xmlns:a16="http://schemas.microsoft.com/office/drawing/2014/main" id="{084459C3-8D47-4CCA-A3E4-86C22EEA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95600"/>
            <a:ext cx="28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stage-1-no">
            <a:extLst xmlns:a="http://schemas.openxmlformats.org/drawingml/2006/main">
              <a:ext uri="{FF2B5EF4-FFF2-40B4-BE49-F238E27FC236}">
                <a16:creationId xmlns:a16="http://schemas.microsoft.com/office/drawing/2014/main" id="{5DF8A770-6357-45BF-8084-1CBD1B9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358EBFB6-6AEF-4837-A42F-FAA4736D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71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발견한 문제</a:t>
            </a:r>
          </a:p>
        </p:txBody>
      </p:sp>
      <p:sp>
        <p:nvSpPr>
          <p:cNvPr id="11" name="stage-1-panel">
            <a:extLst xmlns:a="http://schemas.openxmlformats.org/drawingml/2006/main">
              <a:ext uri="{FF2B5EF4-FFF2-40B4-BE49-F238E27FC236}">
                <a16:creationId xmlns:a16="http://schemas.microsoft.com/office/drawing/2014/main" id="{17DD3630-DA1D-4457-9350-A07C647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31242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1-callout">
            <a:extLst xmlns:a="http://schemas.openxmlformats.org/drawingml/2006/main">
              <a:ext uri="{FF2B5EF4-FFF2-40B4-BE49-F238E27FC236}">
                <a16:creationId xmlns:a16="http://schemas.microsoft.com/office/drawing/2014/main" id="{9C259F8E-25B4-4EB5-89FD-D4BFE44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705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보호 페이지 1회 진입</a:t>
            </a:r>
          </a:p>
        </p:txBody>
      </p:sp>
      <p:sp>
        <p:nvSpPr>
          <p:cNvPr id="13" name="stage-1-big">
            <a:extLst xmlns:a="http://schemas.openxmlformats.org/drawingml/2006/main">
              <a:ext uri="{FF2B5EF4-FFF2-40B4-BE49-F238E27FC236}">
                <a16:creationId xmlns:a16="http://schemas.microsoft.com/office/drawing/2014/main" id="{A5DBFC33-7E8C-4B31-B536-6572C790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4C4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84C4C"/>
                </a:solidFill>
                <a:latin typeface="Arial"/>
                <a:ea typeface="Arial"/>
                <a:cs typeface="Arial"/>
              </a:rPr>
              <a:t>4×  /auth/me</a:t>
            </a:r>
          </a:p>
        </p:txBody>
      </p:sp>
      <p:sp>
        <p:nvSpPr>
          <p:cNvPr id="14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4D2FCC84-0A65-414C-AEFC-8EBAA35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세션 가드 · 역할 가드 · 헤더 · 본문이 각각 조회</a:t>
            </a:r>
          </a:p>
          <a:p xmlns:a="http://schemas.openxmlformats.org/drawingml/2006/main">
            <a:pPr algn="l">
              <a:defRPr sz="1275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→ 요청 중복</a:t>
            </a:r>
          </a:p>
          <a:p xmlns:a="http://schemas.openxmlformats.org/drawingml/2006/main">
            <a:pPr algn="l">
              <a:defRPr sz="1275" b="0">
                <a:solidFill>
                  <a:srgbClr val="4D55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5562"/>
                </a:solidFill>
                <a:latin typeface="Arial"/>
                <a:ea typeface="Arial"/>
                <a:cs typeface="Arial"/>
              </a:rPr>
              <a:t>→ ‘역할 기본값 → 실제 이름’ 깜빡임</a:t>
            </a:r>
          </a:p>
        </p:txBody>
      </p:sp>
      <p:sp>
        <p:nvSpPr>
          <p:cNvPr id="15" name="stage-2-no">
            <a:extLst xmlns:a="http://schemas.openxmlformats.org/drawingml/2006/main">
              <a:ext uri="{FF2B5EF4-FFF2-40B4-BE49-F238E27FC236}">
                <a16:creationId xmlns:a16="http://schemas.microsoft.com/office/drawing/2014/main" id="{254A460A-E210-431E-B6AA-81171333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2344CAC5-E490-4083-B492-A237F4E6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71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공유 세션으로 통합</a:t>
            </a:r>
          </a:p>
        </p:txBody>
      </p:sp>
      <p:sp>
        <p:nvSpPr>
          <p:cNvPr id="17" name="stage-2-panel">
            <a:extLst xmlns:a="http://schemas.openxmlformats.org/drawingml/2006/main">
              <a:ext uri="{FF2B5EF4-FFF2-40B4-BE49-F238E27FC236}">
                <a16:creationId xmlns:a16="http://schemas.microsoft.com/office/drawing/2014/main" id="{15339988-3351-4853-AFE7-7ACB1FD6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38400"/>
            <a:ext cx="3619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2BFB1C10-AFB7-4083-9DEB-5355A3A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SINGLE SOURCE OF TRUTH</a:t>
            </a:r>
          </a:p>
        </p:txBody>
      </p:sp>
      <p:sp>
        <p:nvSpPr>
          <p:cNvPr id="19" name="stage-2-main">
            <a:extLst xmlns:a="http://schemas.openxmlformats.org/drawingml/2006/main">
              <a:ext uri="{FF2B5EF4-FFF2-40B4-BE49-F238E27FC236}">
                <a16:creationId xmlns:a16="http://schemas.microsoft.com/office/drawing/2014/main" id="{AFE5A86F-C0DB-4B08-B3EA-BCD028CB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90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진행 중 요청 + 5초 캐시 공유</a:t>
            </a:r>
          </a:p>
        </p:txBody>
      </p:sp>
      <p:sp>
        <p:nvSpPr>
          <p:cNvPr id="20" name="stage-2-rule">
            <a:extLst xmlns:a="http://schemas.openxmlformats.org/drawingml/2006/main">
              <a:ext uri="{FF2B5EF4-FFF2-40B4-BE49-F238E27FC236}">
                <a16:creationId xmlns:a16="http://schemas.microsoft.com/office/drawing/2014/main" id="{91710517-4C10-4E41-843B-7C2EAE38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010D007E-2ED1-4694-992F-C5F965AC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가드가 확인한 사용자를 하위 컴포넌트의 동기 초기값으로 재사용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3441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150"/>
                </a:solidFill>
                <a:latin typeface="Arial"/>
                <a:ea typeface="Arial"/>
                <a:cs typeface="Arial"/>
              </a:rPr>
              <a:t>중복 호출 ↓   이름 깜빡임 ↓</a:t>
            </a:r>
          </a:p>
        </p:txBody>
      </p:sp>
      <p:sp>
        <p:nvSpPr>
          <p:cNvPr id="22" name="stage-3-no">
            <a:extLst xmlns:a="http://schemas.openxmlformats.org/drawingml/2006/main">
              <a:ext uri="{FF2B5EF4-FFF2-40B4-BE49-F238E27FC236}">
                <a16:creationId xmlns:a16="http://schemas.microsoft.com/office/drawing/2014/main" id="{8756237F-214D-46C9-90B7-DCB870D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D3783DCA-C285-4CAC-86E5-C8220C1B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71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낡은 응답 차단</a:t>
            </a:r>
          </a:p>
        </p:txBody>
      </p:sp>
      <p:sp>
        <p:nvSpPr>
          <p:cNvPr id="24" name="stage-3-panel">
            <a:extLst xmlns:a="http://schemas.openxmlformats.org/drawingml/2006/main">
              <a:ext uri="{FF2B5EF4-FFF2-40B4-BE49-F238E27FC236}">
                <a16:creationId xmlns:a16="http://schemas.microsoft.com/office/drawing/2014/main" id="{06735D3E-9DDE-4B7D-9FE1-CAF2825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3276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314814DF-87B3-496C-A553-11B40F0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GENERATION GUARD</a:t>
            </a:r>
          </a:p>
        </p:txBody>
      </p:sp>
      <p:sp>
        <p:nvSpPr>
          <p:cNvPr id="26" name="stage-3-main">
            <a:extLst xmlns:a="http://schemas.openxmlformats.org/drawingml/2006/main">
              <a:ext uri="{FF2B5EF4-FFF2-40B4-BE49-F238E27FC236}">
                <a16:creationId xmlns:a16="http://schemas.microsoft.com/office/drawing/2014/main" id="{E9048093-24ED-4318-B095-C067666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invalidate() → generation +1</a:t>
            </a:r>
          </a:p>
        </p:txBody>
      </p:sp>
      <p:sp>
        <p:nvSpPr>
          <p:cNvPr id="27" name="stage-3-code">
            <a:extLst xmlns:a="http://schemas.openxmlformats.org/drawingml/2006/main">
              <a:ext uri="{FF2B5EF4-FFF2-40B4-BE49-F238E27FC236}">
                <a16:creationId xmlns:a16="http://schemas.microsoft.com/office/drawing/2014/main" id="{DD98BA54-44A5-4FC9-9153-446E5F47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response.generation</a:t>
            </a:r>
          </a:p>
          <a:p xmlns:a="http://schemas.openxmlformats.org/drawingml/2006/main">
            <a:pPr algn="l">
              <a:defRPr sz="1425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≠ current.generation</a:t>
            </a:r>
          </a:p>
          <a:p xmlns:a="http://schemas.openxmlformats.org/drawingml/2006/main">
            <a:pPr algn="l">
              <a:defRPr sz="1425" b="1">
                <a:solidFill>
                  <a:srgbClr val="D6E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EFFF"/>
                </a:solidFill>
                <a:latin typeface="Arial"/>
                <a:ea typeface="Arial"/>
                <a:cs typeface="Arial"/>
              </a:rPr>
              <a:t>→ cache write 무시</a:t>
            </a:r>
          </a:p>
        </p:txBody>
      </p:sp>
      <p:sp>
        <p:nvSpPr>
          <p:cNvPr id="2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AE37A63E-D8FC-4560-970C-99BF831F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163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69DE2A73-1CE3-4C92-8576-DF632126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핵심 판단</a:t>
            </a:r>
          </a:p>
        </p:txBody>
      </p:sp>
      <p:sp>
        <p:nvSpPr>
          <p:cNvPr id="30" name="takeaway">
            <a:extLst xmlns:a="http://schemas.openxmlformats.org/drawingml/2006/main">
              <a:ext uri="{FF2B5EF4-FFF2-40B4-BE49-F238E27FC236}">
                <a16:creationId xmlns:a16="http://schemas.microsoft.com/office/drawing/2014/main" id="{8EA9440B-A2DA-4D22-82B0-18D6C985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62575"/>
            <a:ext cx="719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1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캐시는 ‘얼마나 오래 둘지’보다 ‘언제 무효화하고, 늦은 응답을 어떻게 폐기할지’가 더 중요하다.</a:t>
            </a:r>
          </a:p>
        </p:txBody>
      </p:sp>
      <p:sp>
        <p:nvSpPr>
          <p:cNvPr id="31" name="status-box">
            <a:extLst xmlns:a="http://schemas.openxmlformats.org/drawingml/2006/main">
              <a:ext uri="{FF2B5EF4-FFF2-40B4-BE49-F238E27FC236}">
                <a16:creationId xmlns:a16="http://schemas.microsoft.com/office/drawing/2014/main" id="{90E71E48-12FF-472A-9C93-1AB04FA8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53050"/>
            <a:ext cx="213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atus">
            <a:extLst xmlns:a="http://schemas.openxmlformats.org/drawingml/2006/main">
              <a:ext uri="{FF2B5EF4-FFF2-40B4-BE49-F238E27FC236}">
                <a16:creationId xmlns:a16="http://schemas.microsoft.com/office/drawing/2014/main" id="{D12A6D1D-81AB-4F0B-BCDD-5D285EE7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864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A00"/>
                </a:solidFill>
                <a:latin typeface="Arial"/>
                <a:ea typeface="Arial"/>
                <a:cs typeface="Arial"/>
              </a:rPr>
              <a:t>추가 수정 · 검증 필요</a:t>
            </a:r>
          </a:p>
        </p:txBody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FF43D82C-278E-4D6B-B136-A2FDA9F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AUTH SESSION CACHE  ·  FRONTEND RELIABILITY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13D822A8-AD6E-48A3-BA26-88F6A2AB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919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A91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7764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2026-08-17T15:39:24.2260000Z</dcterms:created>
  <dcterms:modified xsi:type="dcterms:W3CDTF">2026-08-17T15:39:24.2260000Z</dcterms:modified>
</coreProperties>
</file>